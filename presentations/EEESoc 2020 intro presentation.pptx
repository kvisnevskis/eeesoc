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2" r:id="rId3"/>
    <p:sldId id="263" r:id="rId4"/>
    <p:sldId id="265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8B6D3-6B93-4C9D-8195-44F79F6F32A6}" v="9" dt="2022-03-11T08:55:51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51494" autoAdjust="0"/>
  </p:normalViewPr>
  <p:slideViewPr>
    <p:cSldViewPr snapToGrid="0">
      <p:cViewPr varScale="1">
        <p:scale>
          <a:sx n="54" d="100"/>
          <a:sy n="54" d="100"/>
        </p:scale>
        <p:origin x="18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janis Visnevskis" userId="8cdb83ec65ec8098" providerId="LiveId" clId="{6C58B6D3-6B93-4C9D-8195-44F79F6F32A6}"/>
    <pc:docChg chg="undo custSel addSld delSld modSld">
      <pc:chgData name="Krisjanis Visnevskis" userId="8cdb83ec65ec8098" providerId="LiveId" clId="{6C58B6D3-6B93-4C9D-8195-44F79F6F32A6}" dt="2022-03-14T09:23:44.773" v="1752"/>
      <pc:docMkLst>
        <pc:docMk/>
      </pc:docMkLst>
      <pc:sldChg chg="modNotesTx">
        <pc:chgData name="Krisjanis Visnevskis" userId="8cdb83ec65ec8098" providerId="LiveId" clId="{6C58B6D3-6B93-4C9D-8195-44F79F6F32A6}" dt="2022-03-14T09:22:31.258" v="1748"/>
        <pc:sldMkLst>
          <pc:docMk/>
          <pc:sldMk cId="329470376" sldId="260"/>
        </pc:sldMkLst>
      </pc:sldChg>
      <pc:sldChg chg="addSp delSp modSp mod modNotesTx">
        <pc:chgData name="Krisjanis Visnevskis" userId="8cdb83ec65ec8098" providerId="LiveId" clId="{6C58B6D3-6B93-4C9D-8195-44F79F6F32A6}" dt="2022-03-14T09:22:52.430" v="1749"/>
        <pc:sldMkLst>
          <pc:docMk/>
          <pc:sldMk cId="1923003904" sldId="262"/>
        </pc:sldMkLst>
        <pc:spChg chg="mod">
          <ac:chgData name="Krisjanis Visnevskis" userId="8cdb83ec65ec8098" providerId="LiveId" clId="{6C58B6D3-6B93-4C9D-8195-44F79F6F32A6}" dt="2022-03-11T07:43:29.133" v="20" actId="20577"/>
          <ac:spMkLst>
            <pc:docMk/>
            <pc:sldMk cId="1923003904" sldId="262"/>
            <ac:spMk id="2" creationId="{D0D51EF1-EE1F-4429-BB63-015A9093EC45}"/>
          </ac:spMkLst>
        </pc:spChg>
        <pc:spChg chg="mod">
          <ac:chgData name="Krisjanis Visnevskis" userId="8cdb83ec65ec8098" providerId="LiveId" clId="{6C58B6D3-6B93-4C9D-8195-44F79F6F32A6}" dt="2022-03-11T08:58:47.674" v="1744" actId="20577"/>
          <ac:spMkLst>
            <pc:docMk/>
            <pc:sldMk cId="1923003904" sldId="262"/>
            <ac:spMk id="3" creationId="{E2EDA15E-5D90-475E-ABE8-0CF4C63C09AA}"/>
          </ac:spMkLst>
        </pc:spChg>
        <pc:picChg chg="add mod">
          <ac:chgData name="Krisjanis Visnevskis" userId="8cdb83ec65ec8098" providerId="LiveId" clId="{6C58B6D3-6B93-4C9D-8195-44F79F6F32A6}" dt="2022-03-11T08:49:20.436" v="1414" actId="1076"/>
          <ac:picMkLst>
            <pc:docMk/>
            <pc:sldMk cId="1923003904" sldId="262"/>
            <ac:picMk id="7" creationId="{1DE4274E-08CA-474E-874A-5A70CD70A258}"/>
          </ac:picMkLst>
        </pc:picChg>
        <pc:picChg chg="add del mod">
          <ac:chgData name="Krisjanis Visnevskis" userId="8cdb83ec65ec8098" providerId="LiveId" clId="{6C58B6D3-6B93-4C9D-8195-44F79F6F32A6}" dt="2022-03-11T08:54:19.228" v="1550" actId="478"/>
          <ac:picMkLst>
            <pc:docMk/>
            <pc:sldMk cId="1923003904" sldId="262"/>
            <ac:picMk id="9" creationId="{55937B72-C6EA-4CCF-8788-5EB5D7193644}"/>
          </ac:picMkLst>
        </pc:picChg>
        <pc:picChg chg="add mod">
          <ac:chgData name="Krisjanis Visnevskis" userId="8cdb83ec65ec8098" providerId="LiveId" clId="{6C58B6D3-6B93-4C9D-8195-44F79F6F32A6}" dt="2022-03-11T08:49:32.421" v="1418" actId="1076"/>
          <ac:picMkLst>
            <pc:docMk/>
            <pc:sldMk cId="1923003904" sldId="262"/>
            <ac:picMk id="12" creationId="{EC09CBF4-37FB-4D70-8066-1B8CE31B0EE0}"/>
          </ac:picMkLst>
        </pc:picChg>
        <pc:picChg chg="add mod modCrop">
          <ac:chgData name="Krisjanis Visnevskis" userId="8cdb83ec65ec8098" providerId="LiveId" clId="{6C58B6D3-6B93-4C9D-8195-44F79F6F32A6}" dt="2022-03-11T08:54:28.061" v="1552" actId="1076"/>
          <ac:picMkLst>
            <pc:docMk/>
            <pc:sldMk cId="1923003904" sldId="262"/>
            <ac:picMk id="14" creationId="{934F65F5-8389-4C74-AAB2-972795DDD2A2}"/>
          </ac:picMkLst>
        </pc:picChg>
      </pc:sldChg>
      <pc:sldChg chg="addSp modSp add mod modNotesTx">
        <pc:chgData name="Krisjanis Visnevskis" userId="8cdb83ec65ec8098" providerId="LiveId" clId="{6C58B6D3-6B93-4C9D-8195-44F79F6F32A6}" dt="2022-03-14T09:23:12.762" v="1750"/>
        <pc:sldMkLst>
          <pc:docMk/>
          <pc:sldMk cId="1043931342" sldId="263"/>
        </pc:sldMkLst>
        <pc:spChg chg="mod">
          <ac:chgData name="Krisjanis Visnevskis" userId="8cdb83ec65ec8098" providerId="LiveId" clId="{6C58B6D3-6B93-4C9D-8195-44F79F6F32A6}" dt="2022-03-11T07:43:47.224" v="56" actId="20577"/>
          <ac:spMkLst>
            <pc:docMk/>
            <pc:sldMk cId="1043931342" sldId="263"/>
            <ac:spMk id="2" creationId="{D0D51EF1-EE1F-4429-BB63-015A9093EC45}"/>
          </ac:spMkLst>
        </pc:spChg>
        <pc:spChg chg="mod">
          <ac:chgData name="Krisjanis Visnevskis" userId="8cdb83ec65ec8098" providerId="LiveId" clId="{6C58B6D3-6B93-4C9D-8195-44F79F6F32A6}" dt="2022-03-11T08:59:00.841" v="1747" actId="15"/>
          <ac:spMkLst>
            <pc:docMk/>
            <pc:sldMk cId="1043931342" sldId="263"/>
            <ac:spMk id="3" creationId="{E2EDA15E-5D90-475E-ABE8-0CF4C63C09AA}"/>
          </ac:spMkLst>
        </pc:spChg>
        <pc:picChg chg="add mod modCrop">
          <ac:chgData name="Krisjanis Visnevskis" userId="8cdb83ec65ec8098" providerId="LiveId" clId="{6C58B6D3-6B93-4C9D-8195-44F79F6F32A6}" dt="2022-03-11T08:31:10.749" v="1362" actId="1076"/>
          <ac:picMkLst>
            <pc:docMk/>
            <pc:sldMk cId="1043931342" sldId="263"/>
            <ac:picMk id="5" creationId="{D4E78C25-20B8-4414-B32C-A889644E7AEE}"/>
          </ac:picMkLst>
        </pc:picChg>
        <pc:picChg chg="add mod">
          <ac:chgData name="Krisjanis Visnevskis" userId="8cdb83ec65ec8098" providerId="LiveId" clId="{6C58B6D3-6B93-4C9D-8195-44F79F6F32A6}" dt="2022-03-11T08:31:14.037" v="1363" actId="1076"/>
          <ac:picMkLst>
            <pc:docMk/>
            <pc:sldMk cId="1043931342" sldId="263"/>
            <ac:picMk id="6" creationId="{11E28C19-D268-43DF-A1C4-5DA52771B263}"/>
          </ac:picMkLst>
        </pc:picChg>
      </pc:sldChg>
      <pc:sldChg chg="modSp add mod modNotesTx">
        <pc:chgData name="Krisjanis Visnevskis" userId="8cdb83ec65ec8098" providerId="LiveId" clId="{6C58B6D3-6B93-4C9D-8195-44F79F6F32A6}" dt="2022-03-14T09:23:44.773" v="1752"/>
        <pc:sldMkLst>
          <pc:docMk/>
          <pc:sldMk cId="429089235" sldId="264"/>
        </pc:sldMkLst>
        <pc:spChg chg="mod">
          <ac:chgData name="Krisjanis Visnevskis" userId="8cdb83ec65ec8098" providerId="LiveId" clId="{6C58B6D3-6B93-4C9D-8195-44F79F6F32A6}" dt="2022-03-11T07:44:06.220" v="89" actId="20577"/>
          <ac:spMkLst>
            <pc:docMk/>
            <pc:sldMk cId="429089235" sldId="264"/>
            <ac:spMk id="2" creationId="{D0D51EF1-EE1F-4429-BB63-015A9093EC45}"/>
          </ac:spMkLst>
        </pc:spChg>
        <pc:spChg chg="mod">
          <ac:chgData name="Krisjanis Visnevskis" userId="8cdb83ec65ec8098" providerId="LiveId" clId="{6C58B6D3-6B93-4C9D-8195-44F79F6F32A6}" dt="2022-03-11T08:57:52.576" v="1710" actId="20577"/>
          <ac:spMkLst>
            <pc:docMk/>
            <pc:sldMk cId="429089235" sldId="264"/>
            <ac:spMk id="3" creationId="{E2EDA15E-5D90-475E-ABE8-0CF4C63C09AA}"/>
          </ac:spMkLst>
        </pc:spChg>
      </pc:sldChg>
      <pc:sldChg chg="addSp modSp add mod modNotesTx">
        <pc:chgData name="Krisjanis Visnevskis" userId="8cdb83ec65ec8098" providerId="LiveId" clId="{6C58B6D3-6B93-4C9D-8195-44F79F6F32A6}" dt="2022-03-14T09:23:31.895" v="1751"/>
        <pc:sldMkLst>
          <pc:docMk/>
          <pc:sldMk cId="1110731937" sldId="265"/>
        </pc:sldMkLst>
        <pc:spChg chg="mod">
          <ac:chgData name="Krisjanis Visnevskis" userId="8cdb83ec65ec8098" providerId="LiveId" clId="{6C58B6D3-6B93-4C9D-8195-44F79F6F32A6}" dt="2022-03-11T07:58:46.039" v="1006" actId="255"/>
          <ac:spMkLst>
            <pc:docMk/>
            <pc:sldMk cId="1110731937" sldId="265"/>
            <ac:spMk id="2" creationId="{D0D51EF1-EE1F-4429-BB63-015A9093EC45}"/>
          </ac:spMkLst>
        </pc:spChg>
        <pc:spChg chg="mod">
          <ac:chgData name="Krisjanis Visnevskis" userId="8cdb83ec65ec8098" providerId="LiveId" clId="{6C58B6D3-6B93-4C9D-8195-44F79F6F32A6}" dt="2022-03-11T08:41:21.163" v="1402" actId="20577"/>
          <ac:spMkLst>
            <pc:docMk/>
            <pc:sldMk cId="1110731937" sldId="265"/>
            <ac:spMk id="3" creationId="{E2EDA15E-5D90-475E-ABE8-0CF4C63C09AA}"/>
          </ac:spMkLst>
        </pc:spChg>
        <pc:picChg chg="add mod">
          <ac:chgData name="Krisjanis Visnevskis" userId="8cdb83ec65ec8098" providerId="LiveId" clId="{6C58B6D3-6B93-4C9D-8195-44F79F6F32A6}" dt="2022-03-11T08:40:51.673" v="1397" actId="1076"/>
          <ac:picMkLst>
            <pc:docMk/>
            <pc:sldMk cId="1110731937" sldId="265"/>
            <ac:picMk id="5" creationId="{6C44E81B-8CD0-46F0-BE1C-2E0E48CBD970}"/>
          </ac:picMkLst>
        </pc:picChg>
        <pc:picChg chg="add mod">
          <ac:chgData name="Krisjanis Visnevskis" userId="8cdb83ec65ec8098" providerId="LiveId" clId="{6C58B6D3-6B93-4C9D-8195-44F79F6F32A6}" dt="2022-03-11T08:55:59.715" v="1557" actId="1076"/>
          <ac:picMkLst>
            <pc:docMk/>
            <pc:sldMk cId="1110731937" sldId="265"/>
            <ac:picMk id="7" creationId="{BCB38403-C647-417C-BFD8-D0FFD67298A3}"/>
          </ac:picMkLst>
        </pc:picChg>
      </pc:sldChg>
      <pc:sldChg chg="new del">
        <pc:chgData name="Krisjanis Visnevskis" userId="8cdb83ec65ec8098" providerId="LiveId" clId="{6C58B6D3-6B93-4C9D-8195-44F79F6F32A6}" dt="2022-03-11T07:57:12.143" v="922" actId="680"/>
        <pc:sldMkLst>
          <pc:docMk/>
          <pc:sldMk cId="2766434845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EC421-E4B3-441B-9B59-C621925DF5E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10A52-FDD9-45A0-A64F-F4E8874D2B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52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10A52-FDD9-45A0-A64F-F4E8874D2B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814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10A52-FDD9-45A0-A64F-F4E8874D2B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364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10A52-FDD9-45A0-A64F-F4E8874D2B2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30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10A52-FDD9-45A0-A64F-F4E8874D2B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445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10A52-FDD9-45A0-A64F-F4E8874D2B2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321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4D30-54CD-4E91-B111-0B585F7C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49DB5-C3DF-4270-8D22-7B6D2A4D7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D39B-6C5F-4BD0-AA52-494D6CAB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E5848-B37D-4524-80AD-6D8A0B1B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D98D-96F2-4F24-A3D6-C5A9C8D1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81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09CD-2FDB-426D-8C89-F17719A6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60FA-E328-482F-917A-A896619C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4161-1007-4A6C-B531-10E6D48C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A094-C2C6-4184-8E5B-6B781880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4703-B99F-4DBA-B5D0-521A5C06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55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D792-C9F3-481B-A28F-34CD61F7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AF6AB-4E21-4BDD-A468-1B6D71046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F7B1-F279-489F-9028-916357AF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9F9BE-3A58-457B-B6F3-75B3EEEF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59550-ECC8-40DD-97C8-DD4302F7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3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7127-C8DF-45D0-9CCB-C9803811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4E88-FCFA-4B35-90B3-5E84CBB16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A18D-20E0-49F0-B733-834E2D1CE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1A9C1-E013-484D-97CB-35CB70D9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C4AD4-674D-484D-B2F1-183C8A2D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21E13-5A2C-4CC6-B5A1-91C5A23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74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1AC0-95B0-4019-8A07-49F0715D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71460-5DCE-4529-8CF9-A5B14AC1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36F8C-36B0-47D4-85F0-793EC6312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EF232-EAD7-4973-82CC-242BB661A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42BD-8B4B-4E1A-A619-9F96481F2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ED7DF-ECEB-487C-BE8D-200FB62A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90381-612E-4AB9-A931-61FF18A3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0DBC9-62B4-4922-ABB2-B7723FCC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88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E148-AD77-437B-9829-72475213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1563E-31B5-4DA0-95F6-FD47D2C6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D458A-CEF3-4D8C-98D6-C968C607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4C4-FB56-4175-B628-510FC311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6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D6B63-33A0-4D0D-9431-3847C579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58FF2-753D-4D40-A2AC-DAE69289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65DC7-A97F-4721-8505-6053D505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91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BBE0-2F76-4F88-A8E5-F9C28950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5358-2FB5-4626-8BDD-A9C7ECD4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22339-C59F-40F4-B725-F8C907CD0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F795-1325-45B3-B9A7-63FFE6E4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83D57-5F00-46BF-8533-20C07332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E61CE-2841-4448-B252-926DEC6A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94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D45F-3AE4-4D8F-ADCD-321D5ABA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4B319-BA82-49C0-8558-08FC20FFE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9E1D-AB31-4B3C-AB22-2E6F24A90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AA2AE-B0D3-496D-BDE8-58F9E76E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C7970-DCC2-4237-90CA-39CCABBA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6E859-FF70-4555-B621-F4968AC8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15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5829-B780-4230-88A1-683E8FAB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5871A-9848-4C0E-85B6-E9A732EA5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3C387-4130-47E6-AC79-7754E8CF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6ABDB-F098-4227-AC82-4A2C46F9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8D931-03DF-4163-89A7-7F7980F3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01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9D125-47E8-4A5D-BA72-2458763E4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39F59-1C1A-40E6-9D40-37211C4EE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775B-14E2-4A94-ADBC-5CAC0149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95CB-6348-4077-B641-F8AC1AF4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8163-8992-47D4-AA87-28532B8D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73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14F37-7325-4103-8533-E5A1B54F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417E6-883C-4B94-822F-940EE73C9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34479-60EA-4E9F-8092-214D1F1E0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EB6D-A496-42FB-8612-8DF61D867BD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6E99-2E58-446C-A24F-0271246F9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5F0F7-BC46-4514-A17C-0B3A2D415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8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ausa.org.uk/organisation/21981/" TargetMode="External"/><Relationship Id="rId4" Type="http://schemas.openxmlformats.org/officeDocument/2006/relationships/hyperlink" Target="https://www.facebook.com/EEESocAbd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19D19854-53D3-4920-893C-DD98AEFFE5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50" y="114300"/>
            <a:ext cx="8661900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5FABD4-07A5-4ECA-BAEF-87C80D2803D9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216310" y="3405648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B4BDE5-60B4-456F-AB94-253F0F503EFE}"/>
              </a:ext>
            </a:extLst>
          </p:cNvPr>
          <p:cNvCxnSpPr>
            <a:cxnSpLocks/>
          </p:cNvCxnSpPr>
          <p:nvPr/>
        </p:nvCxnSpPr>
        <p:spPr>
          <a:xfrm>
            <a:off x="8696387" y="3421380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7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20" y="883920"/>
            <a:ext cx="5242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Who Are We?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17220" y="1877044"/>
            <a:ext cx="109118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Community of students from across all years of study</a:t>
            </a:r>
            <a:r>
              <a:rPr lang="en-GB" sz="3200" dirty="0">
                <a:solidFill>
                  <a:schemeClr val="bg1"/>
                </a:solidFill>
              </a:rPr>
              <a:t> with a common interest and passion for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Students from EEE, other engineering disciplines as well as other schools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7" name="Picture 6" descr="A group of people posing for a photo&#10;&#10;Description automatically generated with medium confidence">
            <a:extLst>
              <a:ext uri="{FF2B5EF4-FFF2-40B4-BE49-F238E27FC236}">
                <a16:creationId xmlns:a16="http://schemas.microsoft.com/office/drawing/2014/main" id="{1DE4274E-08CA-474E-874A-5A70CD70A2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8275320" y="4104640"/>
            <a:ext cx="3317818" cy="2207271"/>
          </a:xfrm>
          <a:prstGeom prst="rect">
            <a:avLst/>
          </a:prstGeom>
        </p:spPr>
      </p:pic>
      <p:pic>
        <p:nvPicPr>
          <p:cNvPr id="12" name="Picture 11" descr="A picture containing text, person, indoor, wall&#10;&#10;Description automatically generated">
            <a:extLst>
              <a:ext uri="{FF2B5EF4-FFF2-40B4-BE49-F238E27FC236}">
                <a16:creationId xmlns:a16="http://schemas.microsoft.com/office/drawing/2014/main" id="{EC09CBF4-37FB-4D70-8066-1B8CE31B0E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87" y="3939030"/>
            <a:ext cx="3784095" cy="2522730"/>
          </a:xfrm>
          <a:prstGeom prst="rect">
            <a:avLst/>
          </a:prstGeom>
        </p:spPr>
      </p:pic>
      <p:pic>
        <p:nvPicPr>
          <p:cNvPr id="14" name="Picture 13" descr="A couple of men posing for a picture&#10;&#10;Description automatically generated with low confidence">
            <a:extLst>
              <a:ext uri="{FF2B5EF4-FFF2-40B4-BE49-F238E27FC236}">
                <a16:creationId xmlns:a16="http://schemas.microsoft.com/office/drawing/2014/main" id="{934F65F5-8389-4C74-AAB2-972795DDD2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3" t="9355" r="19659"/>
          <a:stretch/>
        </p:blipFill>
        <p:spPr>
          <a:xfrm>
            <a:off x="4930519" y="3769870"/>
            <a:ext cx="3069498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0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20" y="883920"/>
            <a:ext cx="5242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What Do We Do?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216310" y="1877044"/>
            <a:ext cx="953729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Practical projects and engineering competitions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Robot Sumo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MATE ROV (Nautilus ROV team)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</a:rPr>
              <a:t>Workshops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</a:rPr>
              <a:t>Electronics </a:t>
            </a:r>
            <a:r>
              <a:rPr lang="en-US" sz="3200" dirty="0">
                <a:solidFill>
                  <a:schemeClr val="bg1"/>
                </a:solidFill>
              </a:rPr>
              <a:t>101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University open days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Social events</a:t>
            </a:r>
          </a:p>
          <a:p>
            <a:pPr lvl="2"/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28C19-D268-43DF-A1C4-5DA52771B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827" y="3712535"/>
            <a:ext cx="4024313" cy="2624138"/>
          </a:xfrm>
          <a:prstGeom prst="rect">
            <a:avLst/>
          </a:prstGeom>
        </p:spPr>
      </p:pic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D4E78C25-20B8-4414-B32C-A889644E7AE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4" t="3262" r="26189" b="3262"/>
          <a:stretch/>
        </p:blipFill>
        <p:spPr>
          <a:xfrm>
            <a:off x="9269215" y="852215"/>
            <a:ext cx="2153925" cy="269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3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20" y="883920"/>
            <a:ext cx="68122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First Information Session</a:t>
            </a:r>
          </a:p>
          <a:p>
            <a:r>
              <a:rPr lang="en-US" sz="3200" dirty="0">
                <a:solidFill>
                  <a:schemeClr val="bg1"/>
                </a:solidFill>
              </a:rPr>
              <a:t>16</a:t>
            </a:r>
            <a:r>
              <a:rPr lang="en-US" sz="3200" baseline="30000" dirty="0">
                <a:solidFill>
                  <a:schemeClr val="bg1"/>
                </a:solidFill>
              </a:rPr>
              <a:t>th</a:t>
            </a:r>
            <a:r>
              <a:rPr lang="en-US" sz="3200" dirty="0">
                <a:solidFill>
                  <a:schemeClr val="bg1"/>
                </a:solidFill>
              </a:rPr>
              <a:t> March, 6pm at The Bobbin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17220" y="2270760"/>
            <a:ext cx="9464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Come along if you are interested in getting involved or just finding out more about </a:t>
            </a:r>
            <a:r>
              <a:rPr lang="en-US" sz="3200" dirty="0" err="1">
                <a:solidFill>
                  <a:schemeClr val="bg1"/>
                </a:solidFill>
              </a:rPr>
              <a:t>EEESoc</a:t>
            </a:r>
            <a:endParaRPr lang="en-US" sz="3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4E81B-8CD0-46F0-BE1C-2E0E48CBD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84" y="2965612"/>
            <a:ext cx="3813296" cy="3367985"/>
          </a:xfrm>
          <a:prstGeom prst="rect">
            <a:avLst/>
          </a:prstGeom>
        </p:spPr>
      </p:pic>
      <p:pic>
        <p:nvPicPr>
          <p:cNvPr id="7" name="Picture 6" descr="A picture containing text, food, dish&#10;&#10;Description automatically generated">
            <a:extLst>
              <a:ext uri="{FF2B5EF4-FFF2-40B4-BE49-F238E27FC236}">
                <a16:creationId xmlns:a16="http://schemas.microsoft.com/office/drawing/2014/main" id="{BCB38403-C647-417C-BFD8-D0FFD67298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203" y="3475529"/>
            <a:ext cx="5235388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3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20" y="883920"/>
            <a:ext cx="5242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Where To Find Us?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10957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Facebook: </a:t>
            </a:r>
            <a:r>
              <a:rPr lang="en-US" sz="3200" b="1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https://www.facebook.com/EEESocAbdn</a:t>
            </a:r>
            <a:endParaRPr lang="en-US" sz="3200" b="1" u="sng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AUSA: </a:t>
            </a:r>
            <a:r>
              <a:rPr lang="en-US" sz="3200" b="1" u="sng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https://www.ausa.org.uk/organisation/21981/</a:t>
            </a:r>
            <a:endParaRPr lang="en-US" sz="3200" u="sng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Email: </a:t>
            </a:r>
            <a:r>
              <a:rPr lang="en-US" sz="3200" b="1" u="sng" dirty="0">
                <a:solidFill>
                  <a:schemeClr val="bg1"/>
                </a:solidFill>
              </a:rPr>
              <a:t>eee@ausa.org.uk</a:t>
            </a:r>
          </a:p>
          <a:p>
            <a:endParaRPr lang="en-US" sz="3200" u="sng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Thank you for your attention! Hope to see you at our first event of the year!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8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150</Words>
  <Application>Microsoft Office PowerPoint</Application>
  <PresentationFormat>Widescreen</PresentationFormat>
  <Paragraphs>27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Krisjanis Visnevskis</dc:creator>
  <cp:lastModifiedBy>VISNEVSKIS, KRISJANIS (UG)</cp:lastModifiedBy>
  <cp:revision>23</cp:revision>
  <dcterms:created xsi:type="dcterms:W3CDTF">2020-10-04T12:40:01Z</dcterms:created>
  <dcterms:modified xsi:type="dcterms:W3CDTF">2026-01-15T11:19:19Z</dcterms:modified>
</cp:coreProperties>
</file>