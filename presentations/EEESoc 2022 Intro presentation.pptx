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64" r:id="rId3"/>
    <p:sldId id="267" r:id="rId4"/>
    <p:sldId id="269" r:id="rId5"/>
    <p:sldId id="266" r:id="rId6"/>
    <p:sldId id="268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janis Visnevskis" userId="8cdb83ec65ec8098" providerId="LiveId" clId="{0CE6DEC4-AB4D-4C14-BD02-48A83D8D6DD3}"/>
    <pc:docChg chg="modSld">
      <pc:chgData name="Krisjanis Visnevskis" userId="8cdb83ec65ec8098" providerId="LiveId" clId="{0CE6DEC4-AB4D-4C14-BD02-48A83D8D6DD3}" dt="2022-09-28T15:09:22.675" v="0" actId="20577"/>
      <pc:docMkLst>
        <pc:docMk/>
      </pc:docMkLst>
      <pc:sldChg chg="modNotesTx">
        <pc:chgData name="Krisjanis Visnevskis" userId="8cdb83ec65ec8098" providerId="LiveId" clId="{0CE6DEC4-AB4D-4C14-BD02-48A83D8D6DD3}" dt="2022-09-28T15:09:22.675" v="0" actId="20577"/>
        <pc:sldMkLst>
          <pc:docMk/>
          <pc:sldMk cId="329470376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36363-B488-4C78-BBA1-4F671CD02D98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840A-1506-4268-BB34-2726841FF5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75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Introductions, name, position etc. </a:t>
            </a:r>
            <a:r>
              <a:rPr lang="en-US"/>
              <a:t>z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840A-1506-4268-BB34-2726841FF5C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685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Petar’s</a:t>
            </a:r>
            <a:r>
              <a:rPr lang="en-US" dirty="0"/>
              <a:t> slide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840A-1506-4268-BB34-2726841FF5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35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Aleks’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840A-1506-4268-BB34-2726841FF5C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34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Austeja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840A-1506-4268-BB34-2726841FF5C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413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KJ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840A-1506-4268-BB34-2726841FF5C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133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in unison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840A-1506-4268-BB34-2726841FF5C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397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 silence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9840A-1506-4268-BB34-2726841FF5C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878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4D30-54CD-4E91-B111-0B585F7C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49DB5-C3DF-4270-8D22-7B6D2A4D7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D39B-6C5F-4BD0-AA52-494D6CAB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E5848-B37D-4524-80AD-6D8A0B1B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D98D-96F2-4F24-A3D6-C5A9C8D1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81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09CD-2FDB-426D-8C89-F17719A6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60FA-E328-482F-917A-A896619C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4161-1007-4A6C-B531-10E6D48C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A094-C2C6-4184-8E5B-6B781880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4703-B99F-4DBA-B5D0-521A5C06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55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D792-C9F3-481B-A28F-34CD61F7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AF6AB-4E21-4BDD-A468-1B6D71046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F7B1-F279-489F-9028-916357AF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9F9BE-3A58-457B-B6F3-75B3EEEF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59550-ECC8-40DD-97C8-DD4302F7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3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7127-C8DF-45D0-9CCB-C9803811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4E88-FCFA-4B35-90B3-5E84CBB16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A18D-20E0-49F0-B733-834E2D1CE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1A9C1-E013-484D-97CB-35CB70D9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C4AD4-674D-484D-B2F1-183C8A2D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21E13-5A2C-4CC6-B5A1-91C5A23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74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1AC0-95B0-4019-8A07-49F0715D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71460-5DCE-4529-8CF9-A5B14AC1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36F8C-36B0-47D4-85F0-793EC6312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EF232-EAD7-4973-82CC-242BB661A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42BD-8B4B-4E1A-A619-9F96481F2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ED7DF-ECEB-487C-BE8D-200FB62A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90381-612E-4AB9-A931-61FF18A3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0DBC9-62B4-4922-ABB2-B7723FCC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88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E148-AD77-437B-9829-72475213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1563E-31B5-4DA0-95F6-FD47D2C6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D458A-CEF3-4D8C-98D6-C968C607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4C4-FB56-4175-B628-510FC311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6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D6B63-33A0-4D0D-9431-3847C579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58FF2-753D-4D40-A2AC-DAE69289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65DC7-A97F-4721-8505-6053D505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91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BBE0-2F76-4F88-A8E5-F9C28950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5358-2FB5-4626-8BDD-A9C7ECD4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22339-C59F-40F4-B725-F8C907CD0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F795-1325-45B3-B9A7-63FFE6E4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83D57-5F00-46BF-8533-20C07332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E61CE-2841-4448-B252-926DEC6A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94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D45F-3AE4-4D8F-ADCD-321D5ABA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4B319-BA82-49C0-8558-08FC20FFE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9E1D-AB31-4B3C-AB22-2E6F24A90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AA2AE-B0D3-496D-BDE8-58F9E76E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C7970-DCC2-4237-90CA-39CCABBA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6E859-FF70-4555-B621-F4968AC8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15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5829-B780-4230-88A1-683E8FAB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5871A-9848-4C0E-85B6-E9A732EA5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3C387-4130-47E6-AC79-7754E8CF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6ABDB-F098-4227-AC82-4A2C46F9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8D931-03DF-4163-89A7-7F7980F3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01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9D125-47E8-4A5D-BA72-2458763E4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39F59-1C1A-40E6-9D40-37211C4EE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775B-14E2-4A94-ADBC-5CAC0149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95CB-6348-4077-B641-F8AC1AF4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8163-8992-47D4-AA87-28532B8D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73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14F37-7325-4103-8533-E5A1B54F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417E6-883C-4B94-822F-940EE73C9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34479-60EA-4E9F-8092-214D1F1E0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EB6D-A496-42FB-8612-8DF61D867BD1}" type="datetimeFigureOut">
              <a:rPr lang="en-GB" smtClean="0"/>
              <a:t>28/09/2022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6E99-2E58-446C-A24F-0271246F9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5F0F7-BC46-4514-A17C-0B3A2D415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8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19D19854-53D3-4920-893C-DD98AEFFE5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50" y="114300"/>
            <a:ext cx="8661900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5FABD4-07A5-4ECA-BAEF-87C80D2803D9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216310" y="3405648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B4BDE5-60B4-456F-AB94-253F0F503EFE}"/>
              </a:ext>
            </a:extLst>
          </p:cNvPr>
          <p:cNvCxnSpPr>
            <a:cxnSpLocks/>
          </p:cNvCxnSpPr>
          <p:nvPr/>
        </p:nvCxnSpPr>
        <p:spPr>
          <a:xfrm>
            <a:off x="8696387" y="3421380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7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8" y="883920"/>
            <a:ext cx="10912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Hello World!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8BD23-ECA8-8F2C-2615-86DFC815CBA4}"/>
              </a:ext>
            </a:extLst>
          </p:cNvPr>
          <p:cNvSpPr txBox="1"/>
          <p:nvPr/>
        </p:nvSpPr>
        <p:spPr>
          <a:xfrm>
            <a:off x="617218" y="1753643"/>
            <a:ext cx="630967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Some projects we have been involved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MATE ROV competition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Robot sumo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This year – ROBOTICS LEAGUE!!!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Affiliations with the IET and IEEE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Participation in university open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Connections with the Uni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Socials in collaboration with other engineering societies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9EAED0-197F-134C-B14C-B42E444CA3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204" y="538843"/>
            <a:ext cx="4113976" cy="27369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759FA3-6C08-095E-7890-6E1D9352004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4" t="49250" r="20597" b="21461"/>
          <a:stretch/>
        </p:blipFill>
        <p:spPr>
          <a:xfrm>
            <a:off x="6331076" y="3734864"/>
            <a:ext cx="5478783" cy="190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9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8" y="883920"/>
            <a:ext cx="10912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Joining the Society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8BD23-ECA8-8F2C-2615-86DFC815CBA4}"/>
              </a:ext>
            </a:extLst>
          </p:cNvPr>
          <p:cNvSpPr txBox="1"/>
          <p:nvPr/>
        </p:nvSpPr>
        <p:spPr>
          <a:xfrm>
            <a:off x="617218" y="1753643"/>
            <a:ext cx="6748086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Weekly sessions are on Wednesdays 4pm to 6pm at MR303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Short briefing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Guidance and help with any problems you’re having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Memberships are required!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Follow us on Facebook! EEESoc Aberdeen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		Get your membership here!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3CC7D-9061-10BA-5AC7-898480206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647" y="2532163"/>
            <a:ext cx="3744010" cy="379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5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8" y="883920"/>
            <a:ext cx="10912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Robotics League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8BD23-ECA8-8F2C-2615-86DFC815CBA4}"/>
              </a:ext>
            </a:extLst>
          </p:cNvPr>
          <p:cNvSpPr txBox="1"/>
          <p:nvPr/>
        </p:nvSpPr>
        <p:spPr>
          <a:xfrm>
            <a:off x="617218" y="1753643"/>
            <a:ext cx="917187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Mock competition: Week beginning 28</a:t>
            </a:r>
            <a:r>
              <a:rPr lang="en-US" sz="2800" baseline="30000" dirty="0">
                <a:solidFill>
                  <a:schemeClr val="bg1"/>
                </a:solidFill>
              </a:rPr>
              <a:t>th</a:t>
            </a:r>
            <a:r>
              <a:rPr lang="en-US" sz="2800" dirty="0">
                <a:solidFill>
                  <a:schemeClr val="bg1"/>
                </a:solidFill>
              </a:rPr>
              <a:t> November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Final competition: Week beginning 27</a:t>
            </a:r>
            <a:r>
              <a:rPr lang="en-US" sz="2800" baseline="30000" dirty="0">
                <a:solidFill>
                  <a:schemeClr val="bg1"/>
                </a:solidFill>
              </a:rPr>
              <a:t>th</a:t>
            </a:r>
            <a:r>
              <a:rPr lang="en-US" sz="2800" dirty="0">
                <a:solidFill>
                  <a:schemeClr val="bg1"/>
                </a:solidFill>
              </a:rPr>
              <a:t> March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Split into teams of 2-4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Kit will be given out at the next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REQUIREMENTS: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Laptop (if you have one)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Arduino IDE (or alternatives like VS code)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Ability to google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10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8" y="883920"/>
            <a:ext cx="10912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The Self Balancing Robot – module break down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6F32B7-59F6-7AF1-5E7C-BDF680181E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637" y="1759831"/>
            <a:ext cx="9375732" cy="44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9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8" y="883920"/>
            <a:ext cx="109129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The Competition!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8BD23-ECA8-8F2C-2615-86DFC815CBA4}"/>
              </a:ext>
            </a:extLst>
          </p:cNvPr>
          <p:cNvSpPr txBox="1"/>
          <p:nvPr/>
        </p:nvSpPr>
        <p:spPr>
          <a:xfrm>
            <a:off x="535799" y="1730215"/>
            <a:ext cx="917187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Three main disciplines: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Speed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Balance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Obstacles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There will be dividends!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Illustration of a podium and the gold Cup 2399729 Vector Art at Vecteezy">
            <a:extLst>
              <a:ext uri="{FF2B5EF4-FFF2-40B4-BE49-F238E27FC236}">
                <a16:creationId xmlns:a16="http://schemas.microsoft.com/office/drawing/2014/main" id="{138161B4-E983-DDC9-5CF2-F03B80D3E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415" y="1024003"/>
            <a:ext cx="4174298" cy="417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ore Customers To Your Website Means MORE MONEY!! | Money clipart, Clip art,  Clip art pictures">
            <a:extLst>
              <a:ext uri="{FF2B5EF4-FFF2-40B4-BE49-F238E27FC236}">
                <a16:creationId xmlns:a16="http://schemas.microsoft.com/office/drawing/2014/main" id="{4C6DA06B-F23A-1D24-ECBA-2E178B8A4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17437" flipH="1">
            <a:off x="7120785" y="4284486"/>
            <a:ext cx="1305660" cy="119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More Customers To Your Website Means MORE MONEY!! | Money clipart, Clip art,  Clip art pictures">
            <a:extLst>
              <a:ext uri="{FF2B5EF4-FFF2-40B4-BE49-F238E27FC236}">
                <a16:creationId xmlns:a16="http://schemas.microsoft.com/office/drawing/2014/main" id="{AA9443C3-CD43-BA0E-9760-70FD44855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49231" flipH="1">
            <a:off x="8476084" y="4567527"/>
            <a:ext cx="1305660" cy="119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More Customers To Your Website Means MORE MONEY!! | Money clipart, Clip art,  Clip art pictures">
            <a:extLst>
              <a:ext uri="{FF2B5EF4-FFF2-40B4-BE49-F238E27FC236}">
                <a16:creationId xmlns:a16="http://schemas.microsoft.com/office/drawing/2014/main" id="{67C12989-8448-EB44-7E74-6818A8B3E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17437" flipH="1">
            <a:off x="9704949" y="4493284"/>
            <a:ext cx="1305660" cy="1196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221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1926188" y="270388"/>
            <a:ext cx="10912989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00" dirty="0">
                <a:solidFill>
                  <a:schemeClr val="bg1"/>
                </a:solidFill>
              </a:rPr>
              <a:t>Q &amp; A!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A4804B-1FC7-B5A0-8155-7C108C7FC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787" y="3963709"/>
            <a:ext cx="2129187" cy="216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5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192</Words>
  <Application>Microsoft Office PowerPoint</Application>
  <PresentationFormat>Widescreen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Krisjanis Visnevskis</dc:creator>
  <cp:lastModifiedBy>Krisjanis Visnevskis</cp:lastModifiedBy>
  <cp:revision>25</cp:revision>
  <dcterms:created xsi:type="dcterms:W3CDTF">2020-10-04T12:40:01Z</dcterms:created>
  <dcterms:modified xsi:type="dcterms:W3CDTF">2022-09-28T15:09:33Z</dcterms:modified>
</cp:coreProperties>
</file>