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2524F-3E3B-4AB4-8106-BA8B47D15E51}" v="1" dt="2022-09-26T15:59:44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6" autoAdjust="0"/>
    <p:restoredTop sz="94660"/>
  </p:normalViewPr>
  <p:slideViewPr>
    <p:cSldViewPr snapToGrid="0">
      <p:cViewPr>
        <p:scale>
          <a:sx n="102" d="100"/>
          <a:sy n="102" d="100"/>
        </p:scale>
        <p:origin x="8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janis Visnevskis" userId="8cdb83ec65ec8098" providerId="LiveId" clId="{0D32524F-3E3B-4AB4-8106-BA8B47D15E51}"/>
    <pc:docChg chg="delSld modSld">
      <pc:chgData name="Krisjanis Visnevskis" userId="8cdb83ec65ec8098" providerId="LiveId" clId="{0D32524F-3E3B-4AB4-8106-BA8B47D15E51}" dt="2022-09-26T16:00:51.606" v="18" actId="1035"/>
      <pc:docMkLst>
        <pc:docMk/>
      </pc:docMkLst>
      <pc:sldChg chg="modSp mod">
        <pc:chgData name="Krisjanis Visnevskis" userId="8cdb83ec65ec8098" providerId="LiveId" clId="{0D32524F-3E3B-4AB4-8106-BA8B47D15E51}" dt="2022-09-26T16:00:51.606" v="18" actId="1035"/>
        <pc:sldMkLst>
          <pc:docMk/>
          <pc:sldMk cId="329470376" sldId="260"/>
        </pc:sldMkLst>
        <pc:picChg chg="mod">
          <ac:chgData name="Krisjanis Visnevskis" userId="8cdb83ec65ec8098" providerId="LiveId" clId="{0D32524F-3E3B-4AB4-8106-BA8B47D15E51}" dt="2022-09-26T16:00:51.606" v="18" actId="1035"/>
          <ac:picMkLst>
            <pc:docMk/>
            <pc:sldMk cId="329470376" sldId="260"/>
            <ac:picMk id="4" creationId="{19D19854-53D3-4920-893C-DD98AEFFE552}"/>
          </ac:picMkLst>
        </pc:picChg>
      </pc:sldChg>
      <pc:sldChg chg="delSp modSp mod">
        <pc:chgData name="Krisjanis Visnevskis" userId="8cdb83ec65ec8098" providerId="LiveId" clId="{0D32524F-3E3B-4AB4-8106-BA8B47D15E51}" dt="2022-09-26T16:00:44.198" v="17"/>
        <pc:sldMkLst>
          <pc:docMk/>
          <pc:sldMk cId="1923003904" sldId="262"/>
        </pc:sldMkLst>
        <pc:spChg chg="mod">
          <ac:chgData name="Krisjanis Visnevskis" userId="8cdb83ec65ec8098" providerId="LiveId" clId="{0D32524F-3E3B-4AB4-8106-BA8B47D15E51}" dt="2022-09-26T16:00:07.306" v="15" actId="20577"/>
          <ac:spMkLst>
            <pc:docMk/>
            <pc:sldMk cId="1923003904" sldId="262"/>
            <ac:spMk id="2" creationId="{D0D51EF1-EE1F-4429-BB63-015A9093EC45}"/>
          </ac:spMkLst>
        </pc:spChg>
        <pc:spChg chg="mod">
          <ac:chgData name="Krisjanis Visnevskis" userId="8cdb83ec65ec8098" providerId="LiveId" clId="{0D32524F-3E3B-4AB4-8106-BA8B47D15E51}" dt="2022-09-26T16:00:03.281" v="10" actId="20577"/>
          <ac:spMkLst>
            <pc:docMk/>
            <pc:sldMk cId="1923003904" sldId="262"/>
            <ac:spMk id="3" creationId="{E2EDA15E-5D90-475E-ABE8-0CF4C63C09AA}"/>
          </ac:spMkLst>
        </pc:spChg>
        <pc:spChg chg="del mod">
          <ac:chgData name="Krisjanis Visnevskis" userId="8cdb83ec65ec8098" providerId="LiveId" clId="{0D32524F-3E3B-4AB4-8106-BA8B47D15E51}" dt="2022-09-26T16:00:44.198" v="17"/>
          <ac:spMkLst>
            <pc:docMk/>
            <pc:sldMk cId="1923003904" sldId="262"/>
            <ac:spMk id="4" creationId="{F350B94B-9150-57BD-4888-8C24D8D0F67B}"/>
          </ac:spMkLst>
        </pc:spChg>
        <pc:picChg chg="del">
          <ac:chgData name="Krisjanis Visnevskis" userId="8cdb83ec65ec8098" providerId="LiveId" clId="{0D32524F-3E3B-4AB4-8106-BA8B47D15E51}" dt="2022-09-26T15:59:44.791" v="1" actId="478"/>
          <ac:picMkLst>
            <pc:docMk/>
            <pc:sldMk cId="1923003904" sldId="262"/>
            <ac:picMk id="1026" creationId="{20B1AA5E-67AE-2E89-E487-0E8BC33CEA09}"/>
          </ac:picMkLst>
        </pc:picChg>
      </pc:sldChg>
      <pc:sldChg chg="del">
        <pc:chgData name="Krisjanis Visnevskis" userId="8cdb83ec65ec8098" providerId="LiveId" clId="{0D32524F-3E3B-4AB4-8106-BA8B47D15E51}" dt="2022-09-26T15:59:37.840" v="0" actId="47"/>
        <pc:sldMkLst>
          <pc:docMk/>
          <pc:sldMk cId="11664477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4D30-54CD-4E91-B111-0B585F7C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9DB5-C3DF-4270-8D22-7B6D2A4D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D39B-6C5F-4BD0-AA52-494D6CAB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5848-B37D-4524-80AD-6D8A0B1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D98D-96F2-4F24-A3D6-C5A9C8D1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09CD-2FDB-426D-8C89-F17719A6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60FA-E328-482F-917A-A896619C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161-1007-4A6C-B531-10E6D48C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A094-C2C6-4184-8E5B-6B78188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703-B99F-4DBA-B5D0-521A5C0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5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D792-C9F3-481B-A28F-34CD61F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F6AB-4E21-4BDD-A468-1B6D7104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F7B1-F279-489F-9028-916357AF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F9BE-3A58-457B-B6F3-75B3EE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50-ECC8-40DD-97C8-DD4302F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3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127-C8DF-45D0-9CCB-C9803811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4E88-FCFA-4B35-90B3-5E84CBB16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A18D-20E0-49F0-B733-834E2D1C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1A9C1-E013-484D-97CB-35CB70D9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4AD4-674D-484D-B2F1-183C8A2D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1E13-5A2C-4CC6-B5A1-91C5A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1AC0-95B0-4019-8A07-49F0715D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1460-5DCE-4529-8CF9-A5B14AC1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6F8C-36B0-47D4-85F0-793EC6312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EF232-EAD7-4973-82CC-242BB661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42BD-8B4B-4E1A-A619-9F96481F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ED7DF-ECEB-487C-BE8D-200FB62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90381-612E-4AB9-A931-61FF18A3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DBC9-62B4-4922-ABB2-B7723FC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E148-AD77-437B-9829-72475213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1563E-31B5-4DA0-95F6-FD47D2C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D458A-CEF3-4D8C-98D6-C968C60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4C4-FB56-4175-B628-510FC311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D6B63-33A0-4D0D-9431-3847C57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58FF2-753D-4D40-A2AC-DAE69289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5DC7-A97F-4721-8505-6053D505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BBE0-2F76-4F88-A8E5-F9C28950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5358-2FB5-4626-8BDD-A9C7ECD4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22339-C59F-40F4-B725-F8C907CD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F795-1325-45B3-B9A7-63FFE6E4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3D57-5F00-46BF-8533-20C07332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E61CE-2841-4448-B252-926DEC6A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94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D45F-3AE4-4D8F-ADCD-321D5AB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4B319-BA82-49C0-8558-08FC20FFE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9E1D-AB31-4B3C-AB22-2E6F24A9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A2AE-B0D3-496D-BDE8-58F9E76E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7970-DCC2-4237-90CA-39CCABB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E859-FF70-4555-B621-F4968AC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5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829-B780-4230-88A1-683E8FAB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5871A-9848-4C0E-85B6-E9A732EA5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C387-4130-47E6-AC79-7754E8CF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ABDB-F098-4227-AC82-4A2C46F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D931-03DF-4163-89A7-7F7980F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9D125-47E8-4A5D-BA72-2458763E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39F59-1C1A-40E6-9D40-37211C4E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775B-14E2-4A94-ADBC-5CAC014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95CB-6348-4077-B641-F8AC1AF4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163-8992-47D4-AA87-28532B8D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4F37-7325-4103-8533-E5A1B54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17E6-883C-4B94-822F-940EE73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4479-60EA-4E9F-8092-214D1F1E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B6D-A496-42FB-8612-8DF61D867BD1}" type="datetimeFigureOut">
              <a:rPr lang="en-GB" smtClean="0"/>
              <a:t>26/09/2022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6E99-2E58-446C-A24F-0271246F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0F7-BC46-4514-A17C-0B3A2D415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19D19854-53D3-4920-893C-DD98AEFFE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50" y="108037"/>
            <a:ext cx="86619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FABD4-07A5-4ECA-BAEF-87C80D2803D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216310" y="3405648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B4BDE5-60B4-456F-AB94-253F0F503EFE}"/>
              </a:ext>
            </a:extLst>
          </p:cNvPr>
          <p:cNvCxnSpPr>
            <a:cxnSpLocks/>
          </p:cNvCxnSpPr>
          <p:nvPr/>
        </p:nvCxnSpPr>
        <p:spPr>
          <a:xfrm>
            <a:off x="8696387" y="3421380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What will be covered 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is an MCU? How does it work?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How to flash (program)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tools do we need?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languages can be used?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Serial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I2C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Some practical examples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0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Microcontroller Unit (MCU)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Brains of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are using Atmega328p chips (Arduino uno), but the knock-off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Has a </a:t>
            </a:r>
            <a:r>
              <a:rPr lang="en-US" sz="2400" b="1" dirty="0">
                <a:solidFill>
                  <a:schemeClr val="bg1"/>
                </a:solidFill>
              </a:rPr>
              <a:t>setup() </a:t>
            </a:r>
            <a:r>
              <a:rPr lang="en-US" sz="2400" dirty="0">
                <a:solidFill>
                  <a:schemeClr val="bg1"/>
                </a:solidFill>
              </a:rPr>
              <a:t>– code that is executed once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And a </a:t>
            </a:r>
            <a:r>
              <a:rPr lang="en-US" sz="2400" b="1" dirty="0">
                <a:solidFill>
                  <a:schemeClr val="bg1"/>
                </a:solidFill>
              </a:rPr>
              <a:t>loop() </a:t>
            </a:r>
            <a:r>
              <a:rPr lang="en-US" sz="2400" dirty="0">
                <a:solidFill>
                  <a:schemeClr val="bg1"/>
                </a:solidFill>
              </a:rPr>
              <a:t>– code that is executed infinitely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Additionally can configure interrupt service routines</a:t>
            </a:r>
          </a:p>
        </p:txBody>
      </p:sp>
    </p:spTree>
    <p:extLst>
      <p:ext uri="{BB962C8B-B14F-4D97-AF65-F5344CB8AC3E}">
        <p14:creationId xmlns:p14="http://schemas.microsoft.com/office/powerpoint/2010/main" val="379941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Programming the MCU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Write the program that we want to run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Compile the program creating .bin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Connect serial wire (USB 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‘Flash’ the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Overwrites any previous program that was stored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Program is now stored in the internal memory of the MCU</a:t>
            </a:r>
          </a:p>
        </p:txBody>
      </p:sp>
    </p:spTree>
    <p:extLst>
      <p:ext uri="{BB962C8B-B14F-4D97-AF65-F5344CB8AC3E}">
        <p14:creationId xmlns:p14="http://schemas.microsoft.com/office/powerpoint/2010/main" val="225485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6875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The Arduino 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will be using the Arduino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IDE – integrated development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With the IDE you can: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Write the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Compile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Flash the 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Get the IDE at: https://www.arduino.cc/en/software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478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Alternatives to Arduino IDE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Arduino IDE has some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Can use VS code with Arduino extension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Alternatively you can use whatever IDE you want and then copy paste the code into Arduino IDE to flash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MicroPython</a:t>
            </a:r>
            <a:r>
              <a:rPr lang="en-US" sz="2400" dirty="0">
                <a:solidFill>
                  <a:schemeClr val="bg1"/>
                </a:solidFill>
              </a:rPr>
              <a:t> can be used to run python scripts on the chip. Proceed at your own caution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42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311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Communication with the MCU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17219" y="1818704"/>
            <a:ext cx="63695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Serial communication: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MCU to PC communication over an UART interface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Serial.begin</a:t>
            </a:r>
            <a:r>
              <a:rPr lang="en-US" sz="2400" dirty="0">
                <a:solidFill>
                  <a:schemeClr val="bg1"/>
                </a:solidFill>
              </a:rPr>
              <a:t>(9600);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Serial.println</a:t>
            </a:r>
            <a:r>
              <a:rPr lang="en-US" sz="2400" dirty="0">
                <a:solidFill>
                  <a:schemeClr val="bg1"/>
                </a:solidFill>
              </a:rPr>
              <a:t>(“Hello world!”);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I2C protocol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Peripheral to board communication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transmitted over a 2-wire interface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SDA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SCL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will use this to read Accel/Gyro output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77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311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Lets try it out!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17219" y="1818704"/>
            <a:ext cx="6369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400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290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Krisjanis Visnevskis</dc:creator>
  <cp:lastModifiedBy>Krisjanis Visnevskis</cp:lastModifiedBy>
  <cp:revision>24</cp:revision>
  <dcterms:created xsi:type="dcterms:W3CDTF">2020-10-04T12:40:01Z</dcterms:created>
  <dcterms:modified xsi:type="dcterms:W3CDTF">2022-09-26T18:40:31Z</dcterms:modified>
</cp:coreProperties>
</file>