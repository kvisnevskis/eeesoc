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2" r:id="rId3"/>
    <p:sldId id="269" r:id="rId4"/>
    <p:sldId id="263" r:id="rId5"/>
    <p:sldId id="264" r:id="rId6"/>
    <p:sldId id="265" r:id="rId7"/>
    <p:sldId id="266" r:id="rId8"/>
    <p:sldId id="267" r:id="rId9"/>
    <p:sldId id="268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2524F-3E3B-4AB4-8106-BA8B47D15E51}" v="1" dt="2022-09-26T15:59:44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4660"/>
  </p:normalViewPr>
  <p:slideViewPr>
    <p:cSldViewPr snapToGrid="0">
      <p:cViewPr>
        <p:scale>
          <a:sx n="102" d="100"/>
          <a:sy n="102" d="100"/>
        </p:scale>
        <p:origin x="8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janis Visnevskis" userId="8cdb83ec65ec8098" providerId="LiveId" clId="{0D32524F-3E3B-4AB4-8106-BA8B47D15E51}"/>
    <pc:docChg chg="delSld modSld">
      <pc:chgData name="Krisjanis Visnevskis" userId="8cdb83ec65ec8098" providerId="LiveId" clId="{0D32524F-3E3B-4AB4-8106-BA8B47D15E51}" dt="2022-09-26T16:00:51.606" v="18" actId="1035"/>
      <pc:docMkLst>
        <pc:docMk/>
      </pc:docMkLst>
      <pc:sldChg chg="modSp mod">
        <pc:chgData name="Krisjanis Visnevskis" userId="8cdb83ec65ec8098" providerId="LiveId" clId="{0D32524F-3E3B-4AB4-8106-BA8B47D15E51}" dt="2022-09-26T16:00:51.606" v="18" actId="1035"/>
        <pc:sldMkLst>
          <pc:docMk/>
          <pc:sldMk cId="329470376" sldId="260"/>
        </pc:sldMkLst>
        <pc:picChg chg="mod">
          <ac:chgData name="Krisjanis Visnevskis" userId="8cdb83ec65ec8098" providerId="LiveId" clId="{0D32524F-3E3B-4AB4-8106-BA8B47D15E51}" dt="2022-09-26T16:00:51.606" v="18" actId="1035"/>
          <ac:picMkLst>
            <pc:docMk/>
            <pc:sldMk cId="329470376" sldId="260"/>
            <ac:picMk id="4" creationId="{19D19854-53D3-4920-893C-DD98AEFFE552}"/>
          </ac:picMkLst>
        </pc:picChg>
      </pc:sldChg>
      <pc:sldChg chg="delSp modSp mod">
        <pc:chgData name="Krisjanis Visnevskis" userId="8cdb83ec65ec8098" providerId="LiveId" clId="{0D32524F-3E3B-4AB4-8106-BA8B47D15E51}" dt="2022-09-26T16:00:44.198" v="17"/>
        <pc:sldMkLst>
          <pc:docMk/>
          <pc:sldMk cId="1923003904" sldId="262"/>
        </pc:sldMkLst>
        <pc:spChg chg="mod">
          <ac:chgData name="Krisjanis Visnevskis" userId="8cdb83ec65ec8098" providerId="LiveId" clId="{0D32524F-3E3B-4AB4-8106-BA8B47D15E51}" dt="2022-09-26T16:00:07.306" v="15" actId="20577"/>
          <ac:spMkLst>
            <pc:docMk/>
            <pc:sldMk cId="1923003904" sldId="262"/>
            <ac:spMk id="2" creationId="{D0D51EF1-EE1F-4429-BB63-015A9093EC45}"/>
          </ac:spMkLst>
        </pc:spChg>
        <pc:spChg chg="mod">
          <ac:chgData name="Krisjanis Visnevskis" userId="8cdb83ec65ec8098" providerId="LiveId" clId="{0D32524F-3E3B-4AB4-8106-BA8B47D15E51}" dt="2022-09-26T16:00:03.281" v="10" actId="20577"/>
          <ac:spMkLst>
            <pc:docMk/>
            <pc:sldMk cId="1923003904" sldId="262"/>
            <ac:spMk id="3" creationId="{E2EDA15E-5D90-475E-ABE8-0CF4C63C09AA}"/>
          </ac:spMkLst>
        </pc:spChg>
        <pc:spChg chg="del mod">
          <ac:chgData name="Krisjanis Visnevskis" userId="8cdb83ec65ec8098" providerId="LiveId" clId="{0D32524F-3E3B-4AB4-8106-BA8B47D15E51}" dt="2022-09-26T16:00:44.198" v="17"/>
          <ac:spMkLst>
            <pc:docMk/>
            <pc:sldMk cId="1923003904" sldId="262"/>
            <ac:spMk id="4" creationId="{F350B94B-9150-57BD-4888-8C24D8D0F67B}"/>
          </ac:spMkLst>
        </pc:spChg>
        <pc:picChg chg="del">
          <ac:chgData name="Krisjanis Visnevskis" userId="8cdb83ec65ec8098" providerId="LiveId" clId="{0D32524F-3E3B-4AB4-8106-BA8B47D15E51}" dt="2022-09-26T15:59:44.791" v="1" actId="478"/>
          <ac:picMkLst>
            <pc:docMk/>
            <pc:sldMk cId="1923003904" sldId="262"/>
            <ac:picMk id="1026" creationId="{20B1AA5E-67AE-2E89-E487-0E8BC33CEA09}"/>
          </ac:picMkLst>
        </pc:picChg>
      </pc:sldChg>
      <pc:sldChg chg="del">
        <pc:chgData name="Krisjanis Visnevskis" userId="8cdb83ec65ec8098" providerId="LiveId" clId="{0D32524F-3E3B-4AB4-8106-BA8B47D15E51}" dt="2022-09-26T15:59:37.840" v="0" actId="47"/>
        <pc:sldMkLst>
          <pc:docMk/>
          <pc:sldMk cId="11664477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D01DA-21FC-4251-8601-11A8CE1D0C5B}" type="datetimeFigureOut">
              <a:rPr lang="en-GB" smtClean="0"/>
              <a:t>05/10/2022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D3FC4B-1930-4DB8-BA6F-E4B219B68F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720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a code demonstration of inputs and outputs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D3FC4B-1930-4DB8-BA6F-E4B219B68F3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763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4D30-54CD-4E91-B111-0B585F7C6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49DB5-C3DF-4270-8D22-7B6D2A4D7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D39B-6C5F-4BD0-AA52-494D6CAB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E5848-B37D-4524-80AD-6D8A0B1B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D98D-96F2-4F24-A3D6-C5A9C8D1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81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09CD-2FDB-426D-8C89-F17719A67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60FA-E328-482F-917A-A896619C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4161-1007-4A6C-B531-10E6D48C3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A094-C2C6-4184-8E5B-6B7818808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D4703-B99F-4DBA-B5D0-521A5C06C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55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D792-C9F3-481B-A28F-34CD61F7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AF6AB-4E21-4BDD-A468-1B6D71046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4F7B1-F279-489F-9028-916357AF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F9BE-3A58-457B-B6F3-75B3EEE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550-ECC8-40DD-97C8-DD4302F7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33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F7127-C8DF-45D0-9CCB-C9803811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4E88-FCFA-4B35-90B3-5E84CBB16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A18D-20E0-49F0-B733-834E2D1CE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1A9C1-E013-484D-97CB-35CB70D9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C4AD4-674D-484D-B2F1-183C8A2D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21E13-5A2C-4CC6-B5A1-91C5A237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74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51AC0-95B0-4019-8A07-49F0715D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71460-5DCE-4529-8CF9-A5B14AC16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36F8C-36B0-47D4-85F0-793EC6312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EF232-EAD7-4973-82CC-242BB661A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42BD-8B4B-4E1A-A619-9F96481F2D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ED7DF-ECEB-487C-BE8D-200FB62A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F90381-612E-4AB9-A931-61FF18A3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0DBC9-62B4-4922-ABB2-B7723FCC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88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E148-AD77-437B-9829-72475213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1563E-31B5-4DA0-95F6-FD47D2C6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D458A-CEF3-4D8C-98D6-C968C60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4C4-FB56-4175-B628-510FC311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6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D6B63-33A0-4D0D-9431-3847C5794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58FF2-753D-4D40-A2AC-DAE69289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65DC7-A97F-4721-8505-6053D505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91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BBE0-2F76-4F88-A8E5-F9C28950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E5358-2FB5-4626-8BDD-A9C7ECD4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22339-C59F-40F4-B725-F8C907CD0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F795-1325-45B3-B9A7-63FFE6E4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83D57-5F00-46BF-8533-20C073322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E61CE-2841-4448-B252-926DEC6A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94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D45F-3AE4-4D8F-ADCD-321D5ABA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14B319-BA82-49C0-8558-08FC20FFE5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9E1D-AB31-4B3C-AB22-2E6F24A90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A2AE-B0D3-496D-BDE8-58F9E76E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7970-DCC2-4237-90CA-39CCABBA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6E859-FF70-4555-B621-F4968AC8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15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829-B780-4230-88A1-683E8FAB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5871A-9848-4C0E-85B6-E9A732EA5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3C387-4130-47E6-AC79-7754E8CF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6ABDB-F098-4227-AC82-4A2C46F9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8D931-03DF-4163-89A7-7F7980F3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012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B9D125-47E8-4A5D-BA72-2458763E4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39F59-1C1A-40E6-9D40-37211C4EE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D775B-14E2-4A94-ADBC-5CAC0149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295CB-6348-4077-B641-F8AC1AF4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163-8992-47D4-AA87-28532B8D4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73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14F37-7325-4103-8533-E5A1B54F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417E6-883C-4B94-822F-940EE73C9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34479-60EA-4E9F-8092-214D1F1E0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EB6D-A496-42FB-8612-8DF61D867BD1}" type="datetimeFigureOut">
              <a:rPr lang="en-GB" smtClean="0"/>
              <a:t>02/10/2022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6E99-2E58-446C-A24F-0271246F9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F0F7-BC46-4514-A17C-0B3A2D415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61032-F9F0-41DF-8820-D2F932A536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19D19854-53D3-4920-893C-DD98AEFFE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50" y="108037"/>
            <a:ext cx="8661900" cy="6858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5FABD4-07A5-4ECA-BAEF-87C80D2803D9}"/>
              </a:ext>
            </a:extLst>
          </p:cNvPr>
          <p:cNvCxnSpPr>
            <a:cxnSpLocks/>
            <a:stCxn id="19" idx="1"/>
          </p:cNvCxnSpPr>
          <p:nvPr/>
        </p:nvCxnSpPr>
        <p:spPr>
          <a:xfrm>
            <a:off x="216310" y="3405648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B4BDE5-60B4-456F-AB94-253F0F503EFE}"/>
              </a:ext>
            </a:extLst>
          </p:cNvPr>
          <p:cNvCxnSpPr>
            <a:cxnSpLocks/>
          </p:cNvCxnSpPr>
          <p:nvPr/>
        </p:nvCxnSpPr>
        <p:spPr>
          <a:xfrm>
            <a:off x="8696387" y="3421380"/>
            <a:ext cx="3220310" cy="23352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70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Quick recap: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What is an MCU? How does it work?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How to use the Arduino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Serial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I2C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Installing 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Getting angle reading from accelerometer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0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Follow us on Instagram!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60" y="2042160"/>
            <a:ext cx="524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endParaRPr lang="en-GB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783C6-F72D-7609-A0C4-76AB377D8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543" y="1816690"/>
            <a:ext cx="4243920" cy="430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5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What will be covered today?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Motor driver (L298N)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Arduino inputs and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Coding practices and structuring your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Control systems basics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Interrupts</a:t>
            </a:r>
          </a:p>
        </p:txBody>
      </p:sp>
    </p:spTree>
    <p:extLst>
      <p:ext uri="{BB962C8B-B14F-4D97-AF65-F5344CB8AC3E}">
        <p14:creationId xmlns:p14="http://schemas.microsoft.com/office/powerpoint/2010/main" val="379941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The motor driver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As the name suggests: it drives the motors!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H bridge architecture -&gt;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Two inputs: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Motor direction (2 digital pins)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Motor voltage (1 analog pin)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Two outputs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Power ground must be connected to Arduino ground!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813783-24B6-45FB-AE10-08D574214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221" y="761503"/>
            <a:ext cx="4618320" cy="283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298N Motor Driver - Arduino Interface, How It Works, Codes, Schematics">
            <a:extLst>
              <a:ext uri="{FF2B5EF4-FFF2-40B4-BE49-F238E27FC236}">
                <a16:creationId xmlns:a16="http://schemas.microsoft.com/office/drawing/2014/main" id="{211D3426-0DE3-A8FD-FF97-B6A54BEDA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1221" y="3686769"/>
            <a:ext cx="4709390" cy="250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52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Arduino inputs/outputs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3695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Two kinds of outputs: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Digital (HIGH/LOW) </a:t>
            </a:r>
            <a:endParaRPr lang="en-US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Analog (PWM from 0 to 255)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Two kinds of inputs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Digital (HIGH/LOW)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Analog (0 to 5 V encoded as 0 to 1023)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4D4DB-266E-504F-E78F-F4F9B190C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903" y="826718"/>
            <a:ext cx="5013944" cy="460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3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32459" y="883920"/>
            <a:ext cx="89499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Coding practices/conventions + tips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80230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No one “right” formatting for code but general rules I suggest to follow: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Clear and MENINGFUL variable and function names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As few global variables as possible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Add comments where necessary (but don’t overdo it)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Don’t put everything in the loop, write functions instead!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Delay() might mess with timings, try and avoid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Draw flowcharts or write pseudocode before writing the actual code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Be consistent with your style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134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Basics of control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7077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Basically, how output changes based on the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Open loop – set some value and hope for the best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Closed loop: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Measure the angle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Decide what the motor speed should be based on the difference between measured and target angle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050" name="Picture 2" descr="Control Systems - Feedback">
            <a:extLst>
              <a:ext uri="{FF2B5EF4-FFF2-40B4-BE49-F238E27FC236}">
                <a16:creationId xmlns:a16="http://schemas.microsoft.com/office/drawing/2014/main" id="{CEE8C3AD-A497-4F20-01E6-DC7A7D299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777" y="3976818"/>
            <a:ext cx="43815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663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Interrupts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EDA15E-5D90-475E-ABE8-0CF4C63C09AA}"/>
              </a:ext>
            </a:extLst>
          </p:cNvPr>
          <p:cNvSpPr txBox="1"/>
          <p:nvPr/>
        </p:nvSpPr>
        <p:spPr>
          <a:xfrm>
            <a:off x="632459" y="2042160"/>
            <a:ext cx="670779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can configure external (button press) or internal (timer) events to trigger an interrupt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interrupt will pause program, execute interrupt service routine once, and continue running the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We don’t want to be doing anything that takes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Much time during the interrupt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074" name="Picture 2" descr="Interrupts basics - Arduino Project Hub">
            <a:extLst>
              <a:ext uri="{FF2B5EF4-FFF2-40B4-BE49-F238E27FC236}">
                <a16:creationId xmlns:a16="http://schemas.microsoft.com/office/drawing/2014/main" id="{FE2D654C-93C6-9B51-D97A-484C0C56D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144" y="2636727"/>
            <a:ext cx="4819604" cy="361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01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eople, stop&#10;&#10;Description automatically generated">
            <a:extLst>
              <a:ext uri="{FF2B5EF4-FFF2-40B4-BE49-F238E27FC236}">
                <a16:creationId xmlns:a16="http://schemas.microsoft.com/office/drawing/2014/main" id="{77000DBF-10CB-4DCD-9DD5-B51E5144B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D35F5B2-0123-4668-9535-16430ED658B3}"/>
              </a:ext>
            </a:extLst>
          </p:cNvPr>
          <p:cNvSpPr/>
          <p:nvPr/>
        </p:nvSpPr>
        <p:spPr>
          <a:xfrm>
            <a:off x="216310" y="223683"/>
            <a:ext cx="11700387" cy="6363929"/>
          </a:xfrm>
          <a:prstGeom prst="rect">
            <a:avLst/>
          </a:prstGeom>
          <a:noFill/>
          <a:ln w="152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51EF1-EE1F-4429-BB63-015A9093EC45}"/>
              </a:ext>
            </a:extLst>
          </p:cNvPr>
          <p:cNvSpPr txBox="1"/>
          <p:nvPr/>
        </p:nvSpPr>
        <p:spPr>
          <a:xfrm>
            <a:off x="617219" y="883920"/>
            <a:ext cx="70612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Some helpful stuff</a:t>
            </a:r>
            <a:r>
              <a:rPr lang="en-US" sz="4400">
                <a:solidFill>
                  <a:schemeClr val="bg1"/>
                </a:solidFill>
              </a:rPr>
              <a:t>, hopefully:</a:t>
            </a:r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7FC52-5B19-DA70-0E9E-40C9BF97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940" y="1820335"/>
            <a:ext cx="4407126" cy="44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4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4079</TotalTime>
  <Words>343</Words>
  <Application>Microsoft Office PowerPoint</Application>
  <PresentationFormat>Widescreen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Krisjanis Visnevskis</dc:creator>
  <cp:lastModifiedBy>Krisjanis Visnevskis</cp:lastModifiedBy>
  <cp:revision>26</cp:revision>
  <dcterms:created xsi:type="dcterms:W3CDTF">2020-10-04T12:40:01Z</dcterms:created>
  <dcterms:modified xsi:type="dcterms:W3CDTF">2022-10-05T12:16:38Z</dcterms:modified>
</cp:coreProperties>
</file>